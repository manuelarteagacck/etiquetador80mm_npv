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9368f33fb4d22" /><Relationship Type="http://schemas.openxmlformats.org/officeDocument/2006/relationships/extended-properties" Target="/docProps/app.xml" Id="R3892fa13151d49e2" /><Relationship Type="http://schemas.openxmlformats.org/officeDocument/2006/relationships/officeDocument" Target="/ppt/presentation.xml" Id="R469632452e8542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b717cb4e94a7c"/>
  </p:sldMasterIdLst>
  <p:notesMasterIdLst>
    <p:notesMasterId xmlns:r="http://schemas.openxmlformats.org/officeDocument/2006/relationships" r:id="R6808da66fbd64322"/>
  </p:notesMasterIdLst>
  <p:sldIdLst>
    <p:sldId xmlns:r="http://schemas.openxmlformats.org/officeDocument/2006/relationships" id="256" r:id="R7bbfc0948bae4500"/>
    <p:sldId xmlns:r="http://schemas.openxmlformats.org/officeDocument/2006/relationships" id="257" r:id="R98f45005d2944f17"/>
    <p:sldId xmlns:r="http://schemas.openxmlformats.org/officeDocument/2006/relationships" id="258" r:id="R07922b3b994f418d"/>
    <p:sldId xmlns:r="http://schemas.openxmlformats.org/officeDocument/2006/relationships" id="259" r:id="R37fa49dbcab54f59"/>
    <p:sldId xmlns:r="http://schemas.openxmlformats.org/officeDocument/2006/relationships" id="260" r:id="Rf4122d4d16a34d5e"/>
    <p:sldId xmlns:r="http://schemas.openxmlformats.org/officeDocument/2006/relationships" id="261" r:id="Rbedc8d8fbd0d43bc"/>
    <p:sldId xmlns:r="http://schemas.openxmlformats.org/officeDocument/2006/relationships" id="262" r:id="R2ab84298cfe84ba2"/>
    <p:sldId xmlns:r="http://schemas.openxmlformats.org/officeDocument/2006/relationships" id="263" r:id="R5023457918214d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b4ae3929094bc1" /><Relationship Type="http://schemas.openxmlformats.org/officeDocument/2006/relationships/slideMaster" Target="/ppt/slideMasters/slideMaster1.xml" Id="R787b717cb4e94a7c" /><Relationship Type="http://schemas.openxmlformats.org/officeDocument/2006/relationships/notesMaster" Target="/ppt/notesMasters/notesMaster1.xml" Id="R6808da66fbd64322" /><Relationship Type="http://schemas.openxmlformats.org/officeDocument/2006/relationships/presProps" Target="/ppt/presProps.xml" Id="R7e10ecb80e22444d" /><Relationship Type="http://schemas.openxmlformats.org/officeDocument/2006/relationships/tableStyles" Target="/ppt/tableStyles.xml" Id="Rac9d018b7d3a4049" /><Relationship Type="http://schemas.openxmlformats.org/officeDocument/2006/relationships/slide" Target="/ppt/slides/slide1.xml" Id="R7bbfc0948bae4500" /><Relationship Type="http://schemas.openxmlformats.org/officeDocument/2006/relationships/slide" Target="/ppt/slides/slide2.xml" Id="R98f45005d2944f17" /><Relationship Type="http://schemas.openxmlformats.org/officeDocument/2006/relationships/slide" Target="/ppt/slides/slide3.xml" Id="R07922b3b994f418d" /><Relationship Type="http://schemas.openxmlformats.org/officeDocument/2006/relationships/slide" Target="/ppt/slides/slide4.xml" Id="R37fa49dbcab54f59" /><Relationship Type="http://schemas.openxmlformats.org/officeDocument/2006/relationships/slide" Target="/ppt/slides/slide5.xml" Id="Rf4122d4d16a34d5e" /><Relationship Type="http://schemas.openxmlformats.org/officeDocument/2006/relationships/slide" Target="/ppt/slides/slide6.xml" Id="Rbedc8d8fbd0d43bc" /><Relationship Type="http://schemas.openxmlformats.org/officeDocument/2006/relationships/slide" Target="/ppt/slides/slide7.xml" Id="R2ab84298cfe84ba2" /><Relationship Type="http://schemas.openxmlformats.org/officeDocument/2006/relationships/slide" Target="/ppt/slides/slide8.xml" Id="R502345791821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710a24681248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aaf7b79af44c7" /><Relationship Type="http://schemas.openxmlformats.org/officeDocument/2006/relationships/notesMaster" Target="/ppt/notesMasters/notesMaster1.xml" Id="Recd01e91ca704e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fb3a78a04a4f87" /><Relationship Type="http://schemas.openxmlformats.org/officeDocument/2006/relationships/notesMaster" Target="/ppt/notesMasters/notesMaster1.xml" Id="R6476eac9d09d40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54664a20143d2" /><Relationship Type="http://schemas.openxmlformats.org/officeDocument/2006/relationships/notesMaster" Target="/ppt/notesMasters/notesMaster1.xml" Id="R9b5506b74cc641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8fa1a86c344f5" /><Relationship Type="http://schemas.openxmlformats.org/officeDocument/2006/relationships/notesMaster" Target="/ppt/notesMasters/notesMaster1.xml" Id="Rab211cc4ab92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f6e52635c645f4" /><Relationship Type="http://schemas.openxmlformats.org/officeDocument/2006/relationships/notesMaster" Target="/ppt/notesMasters/notesMaster1.xml" Id="Rdaa9a19ec7694b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2402c39e2d4580" /><Relationship Type="http://schemas.openxmlformats.org/officeDocument/2006/relationships/notesMaster" Target="/ppt/notesMasters/notesMaster1.xml" Id="R9e8e0e760681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da867431845c6" /><Relationship Type="http://schemas.openxmlformats.org/officeDocument/2006/relationships/notesMaster" Target="/ppt/notesMasters/notesMaster1.xml" Id="R0e81d5af600d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08c75a532e48e3" /><Relationship Type="http://schemas.openxmlformats.org/officeDocument/2006/relationships/notesMaster" Target="/ppt/notesMasters/notesMaster1.xml" Id="R77c7138150264b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Etiquetador 80 milímetros concentra en una sola aplicación la consulta, revisión e impresión de etiquetas para la operación de tienda de Círculo K México.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Logo: LOGO CIRCLE K.png, recurso local proporcionado en el proyecto.</a:t>
            </a:r>
          </a:p>
          <a:p xmlns:a="http://schemas.openxmlformats.org/drawingml/2006/main">
            <a:r>
              <a:t>- Captura: 02_principal.png, aplicación local observada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pantalla principal organiza el trabajo en tres zonas claras: búsqueda, vista previa editable y configuración de impresión. El aliado mantiene control del contenido antes de generar la etiqueta.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Captura: 02_principal.png, aplicación local observada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aliado puede localizar un producto por artículo, UPC o descripción. Una vez encontrado, la aplicación carga la información disponible para su revisión y, cuando corresponde, permite ajustes antes de imprimir.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Captura: 03_articulo_cargado.png, búsqueda local realizada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imprimir, la vista previa muestra la composición completa: producto, precio, vigencia, identificadores y código de barras. Esto permite confirmar visualmente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Captura: 04_vista_previa.png, vista previa local generada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 abrir la aplicación, los precios nuevos detectados se presentan en una lista. El aliado puede seleccionar todos, limpiar la selección o enviar únicamente los artículos elegidos a impresión.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Captura: 01_precios_nuevos.png, detección automática observada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módulo de precios especiales vigentes reúne precio regular, precio especial, disponibilidad y periodo promocional. La selección múltiple facilita preparar las etiquetas necesarias.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Captura: 05_precios_especiales.png, aplicación local observada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Cuando existe un precio especial, la vista previa promocional integra el nuevo precio, el ahorro, el precio anterior y las condiciones de vigencia en un formato de alta visibilidad.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Captura: 07_vista_previa_promocion.png, vista previa local generada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resumen, el Etiquetador 80 milímetros ofrece un recorrido claro: buscar, revisar, seleccionar e imprimir. Una herramienta centralizada para preparar etiquetas en la operación diaria.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Logo: LOGO CIRCLE K.png, recurso local proporcionado en el proyecto.</a:t>
            </a:r>
          </a:p>
          <a:p xmlns:a="http://schemas.openxmlformats.org/drawingml/2006/main">
            <a:r>
              <a:t>- Síntesis funcional basada en el recorrido local observado el 31/07/2026.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56d1c802041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591afe5bf4bf7" /><Relationship Type="http://schemas.openxmlformats.org/officeDocument/2006/relationships/slideLayout" Target="/ppt/slideLayouts/slideLayout1.xml" Id="R570fefa60c48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fefa60c48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042122c1c44f9" /><Relationship Type="http://schemas.openxmlformats.org/officeDocument/2006/relationships/image" Target="/ppt/media/image.png" Id="Ra6b5aa5b97c84288" /><Relationship Type="http://schemas.openxmlformats.org/officeDocument/2006/relationships/image" Target="/ppt/media/image2.png" Id="Rc5b7f938d468468a" /><Relationship Type="http://schemas.openxmlformats.org/officeDocument/2006/relationships/notesSlide" Target="/ppt/notesSlides/notesSlide1.xml" Id="R35c001ebfbac4d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7b144ac14453c" /><Relationship Type="http://schemas.openxmlformats.org/officeDocument/2006/relationships/image" Target="/ppt/media/image3.png" Id="R4805c319eb0a451b" /><Relationship Type="http://schemas.openxmlformats.org/officeDocument/2006/relationships/image" Target="/ppt/media/image4.png" Id="R03f30d89f05d4657" /><Relationship Type="http://schemas.openxmlformats.org/officeDocument/2006/relationships/notesSlide" Target="/ppt/notesSlides/notesSlide2.xml" Id="Re77c168d4307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cb74d47d84d0e" /><Relationship Type="http://schemas.openxmlformats.org/officeDocument/2006/relationships/image" Target="/ppt/media/image5.png" Id="Ra200fbdc5de547a1" /><Relationship Type="http://schemas.openxmlformats.org/officeDocument/2006/relationships/image" Target="/ppt/media/image6.png" Id="R5b879cf04e004a7b" /><Relationship Type="http://schemas.openxmlformats.org/officeDocument/2006/relationships/notesSlide" Target="/ppt/notesSlides/notesSlide3.xml" Id="Rb3eb5f45ee2a41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1656b80e64c05" /><Relationship Type="http://schemas.openxmlformats.org/officeDocument/2006/relationships/image" Target="/ppt/media/image7.png" Id="Rc49e62a00b4d4907" /><Relationship Type="http://schemas.openxmlformats.org/officeDocument/2006/relationships/image" Target="/ppt/media/image8.png" Id="Rfd9d798d175845b1" /><Relationship Type="http://schemas.openxmlformats.org/officeDocument/2006/relationships/notesSlide" Target="/ppt/notesSlides/notesSlide4.xml" Id="Rca1f2eca036d4e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cf29830c648cb" /><Relationship Type="http://schemas.openxmlformats.org/officeDocument/2006/relationships/image" Target="/ppt/media/image9.png" Id="Rf863e1add2cf4ab5" /><Relationship Type="http://schemas.openxmlformats.org/officeDocument/2006/relationships/image" Target="/ppt/media/image10.png" Id="Rfc78a2246bb843b3" /><Relationship Type="http://schemas.openxmlformats.org/officeDocument/2006/relationships/notesSlide" Target="/ppt/notesSlides/notesSlide5.xml" Id="R7ecd6a19c91242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6238c63e40d8" /><Relationship Type="http://schemas.openxmlformats.org/officeDocument/2006/relationships/image" Target="/ppt/media/image11.png" Id="R7ca9c241aca14b23" /><Relationship Type="http://schemas.openxmlformats.org/officeDocument/2006/relationships/image" Target="/ppt/media/image12.png" Id="Rf81025bf351f43ca" /><Relationship Type="http://schemas.openxmlformats.org/officeDocument/2006/relationships/notesSlide" Target="/ppt/notesSlides/notesSlide6.xml" Id="R75c1907c69d642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bb64d6f094e3b" /><Relationship Type="http://schemas.openxmlformats.org/officeDocument/2006/relationships/image" Target="/ppt/media/image13.png" Id="Rc15fa70cf4df445a" /><Relationship Type="http://schemas.openxmlformats.org/officeDocument/2006/relationships/image" Target="/ppt/media/image14.png" Id="R64920e831baf488c" /><Relationship Type="http://schemas.openxmlformats.org/officeDocument/2006/relationships/notesSlide" Target="/ppt/notesSlides/notesSlide7.xml" Id="Rcd54dc828adc40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cce415dd4a70" /><Relationship Type="http://schemas.openxmlformats.org/officeDocument/2006/relationships/image" Target="/ppt/media/image15.png" Id="R4b043fa82aff4401" /><Relationship Type="http://schemas.openxmlformats.org/officeDocument/2006/relationships/notesSlide" Target="/ppt/notesSlides/notesSlide8.xml" Id="R49e76c21b63140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94B3A-6302-48C2-BB85-CB727FDD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5aa5b97c84288"/>
          <a:stretch xmlns:a="http://schemas.openxmlformats.org/drawingml/2006/main"/>
        </p:blipFill>
        <p:spPr>
          <a:xfrm xmlns:a="http://schemas.openxmlformats.org/drawingml/2006/main">
            <a:off x="724472" y="571500"/>
            <a:ext cx="2389632" cy="6096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60C11B-76BE-4EE3-BA18-D15A0FB9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Etiquetador</a:t>
            </a:r>
          </a:p>
          <a:p xmlns:a="http://schemas.openxmlformats.org/drawingml/2006/main"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80 mm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F1466-5371-4551-95F6-915C80D1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Recorrido funcional para operación en tienda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FE175-E932-4AE7-AEDC-CDB747AE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F7B9D-6170-42D1-B0FA-DC1077B4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Consulta. Revisa. Imprime.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253FB-ACE8-4B80-9205-CB77B60F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04850"/>
            <a:ext cx="5724525" cy="4962525"/>
          </a:xfrm>
          <a:prstGeom xmlns:a="http://schemas.openxmlformats.org/drawingml/2006/main" prst="roundRect">
            <a:avLst>
              <a:gd name="adj" fmla="val 3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f938d468468a"/>
          <a:stretch xmlns:a="http://schemas.openxmlformats.org/drawingml/2006/main"/>
        </p:blipFill>
        <p:spPr>
          <a:xfrm xmlns:a="http://schemas.openxmlformats.org/drawingml/2006/main">
            <a:off x="5619750" y="876966"/>
            <a:ext cx="5572125" cy="4618294"/>
          </a:xfrm>
          <a:prstGeom xmlns:a="http://schemas.openxmlformats.org/drawingml/2006/main" prst="roundRect">
            <a:avLst>
              <a:gd name="adj" fmla="val 237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046A6-AC87-490B-80FA-7D48AD48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</p:spTree>
    <p:extLst>
      <p:ext uri="{BB962C8B-B14F-4D97-AF65-F5344CB8AC3E}">
        <p14:creationId xmlns:p14="http://schemas.microsoft.com/office/powerpoint/2010/main" val="695356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39B3EF9-601F-4C71-9BA4-A8A90E0D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Una sola pantalla concentra el flujo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504AF-8B9B-456A-BEF9-C959332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95E6F-8E7B-482A-A5D4-52E02C39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5c319eb0a451b"/>
          <a:stretch xmlns:a="http://schemas.openxmlformats.org/drawingml/2006/main"/>
        </p:blipFill>
        <p:spPr>
          <a:xfrm xmlns:a="http://schemas.openxmlformats.org/drawingml/2006/main">
            <a:off x="9667875" y="344115"/>
            <a:ext cx="1857375" cy="4738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D2E61-47C3-443C-B78A-55F9F0B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534150" cy="5438775"/>
          </a:xfrm>
          <a:prstGeom xmlns:a="http://schemas.openxmlformats.org/drawingml/2006/main" prst="roundRect">
            <a:avLst>
              <a:gd name="adj" fmla="val 3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30d89f05d4657"/>
          <a:stretch xmlns:a="http://schemas.openxmlformats.org/drawingml/2006/main"/>
        </p:blipFill>
        <p:spPr>
          <a:xfrm xmlns:a="http://schemas.openxmlformats.org/drawingml/2006/main">
            <a:off x="668532" y="1314450"/>
            <a:ext cx="6378187" cy="5286375"/>
          </a:xfrm>
          <a:prstGeom xmlns:a="http://schemas.openxmlformats.org/drawingml/2006/main" prst="roundRect">
            <a:avLst>
              <a:gd name="adj" fmla="val 21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9B10F-6795-4391-B40F-51774CF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32FE6-5E80-44A0-9439-0958EE84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Búsqueda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ADB69-BB15-4431-A9A1-14ABC48F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Artículo, UPC o descripción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E177D-4947-4517-AA13-5A231C2E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988BA-CC4D-47BE-B8BE-6936C917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07FB0-D6B0-456B-B7C5-E13EBC68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Datos editables antes de imprimir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7CE49-AE61-4821-97D7-9CFDEEBB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4C90B-32FF-43AB-8CCC-C426FEF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F2D35-54BD-47F7-BD75-4A1C2397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Impresora, formato y número de copias</a:t>
            </a:r>
          </a:p>
        </p:txBody>
      </p:sp>
    </p:spTree>
    <p:extLst>
      <p:ext uri="{BB962C8B-B14F-4D97-AF65-F5344CB8AC3E}">
        <p14:creationId xmlns:p14="http://schemas.microsoft.com/office/powerpoint/2010/main" val="32183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48DA843-18F0-40E3-A94E-7FD584E9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información del artículo llega lista para revisar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8595B-A45E-4272-B2AC-D6D01810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1AA2A-6395-4F33-81BD-B94BAFA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0fbdc5de547a1"/>
          <a:stretch xmlns:a="http://schemas.openxmlformats.org/drawingml/2006/main"/>
        </p:blipFill>
        <p:spPr>
          <a:xfrm xmlns:a="http://schemas.openxmlformats.org/drawingml/2006/main">
            <a:off x="9667875" y="344115"/>
            <a:ext cx="1857375" cy="4738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58AD-9A3B-4C1B-89A9-EAEAB74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819900" cy="5467350"/>
          </a:xfrm>
          <a:prstGeom xmlns:a="http://schemas.openxmlformats.org/drawingml/2006/main" prst="roundRect">
            <a:avLst>
              <a:gd name="adj" fmla="val 3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79cf04e004a7b"/>
          <a:stretch xmlns:a="http://schemas.openxmlformats.org/drawingml/2006/main"/>
        </p:blipFill>
        <p:spPr>
          <a:xfrm xmlns:a="http://schemas.openxmlformats.org/drawingml/2006/main">
            <a:off x="794168" y="1314450"/>
            <a:ext cx="6412664" cy="5314950"/>
          </a:xfrm>
          <a:prstGeom xmlns:a="http://schemas.openxmlformats.org/drawingml/2006/main" prst="roundRect">
            <a:avLst>
              <a:gd name="adj" fmla="val 21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21311-FA17-405A-9F08-DF384AA0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38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Una búsqueda puede iniciar por: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EFB50-3F34-4B83-B82D-33062671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38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</a:t>
            </a:r>
          </a:p>
          <a:p xmlns:a="http://schemas.openxmlformats.org/drawingml/2006/main"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UPC</a:t>
            </a:r>
          </a:p>
          <a:p xmlns:a="http://schemas.openxmlformats.org/drawingml/2006/main"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Descripción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6B50F-7884-46EF-BD64-18C372F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6720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A798F-B10A-4795-9358-056962CC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529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Descripción, precio, código interno y UPC quedan visibles para confirmación.</a:t>
            </a:r>
          </a:p>
        </p:txBody>
      </p:sp>
    </p:spTree>
    <p:extLst>
      <p:ext uri="{BB962C8B-B14F-4D97-AF65-F5344CB8AC3E}">
        <p14:creationId xmlns:p14="http://schemas.microsoft.com/office/powerpoint/2010/main" val="1036594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6BEB84C-E114-47A9-B9C8-C460E5BC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vista previa confirma la etiqueta antes de imprimir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E86FA-9748-4362-B13C-DCC72BE1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37058-537A-4EAC-83D7-B104D056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e62a00b4d4907"/>
          <a:stretch xmlns:a="http://schemas.openxmlformats.org/drawingml/2006/main"/>
        </p:blipFill>
        <p:spPr>
          <a:xfrm xmlns:a="http://schemas.openxmlformats.org/drawingml/2006/main">
            <a:off x="9667875" y="344115"/>
            <a:ext cx="1857375" cy="4738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295D0-669C-4AFD-9416-830BE22C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7105650" cy="47244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d798d175845b1"/>
          <a:stretch xmlns:a="http://schemas.openxmlformats.org/drawingml/2006/main"/>
        </p:blipFill>
        <p:spPr>
          <a:xfrm xmlns:a="http://schemas.openxmlformats.org/drawingml/2006/main">
            <a:off x="667144" y="1428750"/>
            <a:ext cx="6952463" cy="4572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E4362-C858-42B5-95FB-40A1475D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El aliado valida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FA7ED-0513-46F4-8D95-5AA0C3AE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3000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Producto</a:t>
            </a:r>
          </a:p>
          <a:p xmlns:a="http://schemas.openxmlformats.org/drawingml/2006/main"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</a:t>
            </a:r>
          </a:p>
          <a:p xmlns:a="http://schemas.openxmlformats.org/drawingml/2006/main"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</a:t>
            </a:r>
          </a:p>
          <a:p xmlns:a="http://schemas.openxmlformats.org/drawingml/2006/main"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 y UPC</a:t>
            </a:r>
          </a:p>
          <a:p xmlns:a="http://schemas.openxmlformats.org/drawingml/2006/main"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Código de barras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12253-EF40-4F8B-9C42-32E47AF9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La impresión solo se envía cuando el contenido ya fue revisado.</a:t>
            </a:r>
          </a:p>
        </p:txBody>
      </p:sp>
    </p:spTree>
    <p:extLst>
      <p:ext uri="{BB962C8B-B14F-4D97-AF65-F5344CB8AC3E}">
        <p14:creationId xmlns:p14="http://schemas.microsoft.com/office/powerpoint/2010/main" val="912466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4953832-DABD-4543-B4C7-FA0D500B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Los precios nuevos aparecen automáticamente al abrir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CBFF0-078A-4094-9B04-449F311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F7C14-4AB0-440B-B425-70D6B47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e1add2cf4ab5"/>
          <a:stretch xmlns:a="http://schemas.openxmlformats.org/drawingml/2006/main"/>
        </p:blipFill>
        <p:spPr>
          <a:xfrm xmlns:a="http://schemas.openxmlformats.org/drawingml/2006/main">
            <a:off x="9667875" y="344115"/>
            <a:ext cx="1857375" cy="4738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FE752-C71F-4CAE-995D-6B42ACB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62050"/>
            <a:ext cx="9677400" cy="5486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8a2246bb843b3"/>
          <a:stretch xmlns:a="http://schemas.openxmlformats.org/drawingml/2006/main"/>
        </p:blipFill>
        <p:spPr>
          <a:xfrm xmlns:a="http://schemas.openxmlformats.org/drawingml/2006/main">
            <a:off x="1345764" y="1238250"/>
            <a:ext cx="9500472" cy="5334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CFD7C-6B7F-40DF-9E9F-370063E6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9182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56E91-9DB2-4445-98AF-D8F0159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Seleccionar  ·  revisar vigencia  ·  imprimir en lote</a:t>
            </a:r>
          </a:p>
        </p:txBody>
      </p:sp>
    </p:spTree>
    <p:extLst>
      <p:ext uri="{BB962C8B-B14F-4D97-AF65-F5344CB8AC3E}">
        <p14:creationId xmlns:p14="http://schemas.microsoft.com/office/powerpoint/2010/main" val="12269924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CF061FB-68B1-48AA-964D-3B69D2D1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Promociones vigentes listas para imprimir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96B7F-B491-4751-92A7-B26E7319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9BB52-B3F3-4EE1-8023-64F47330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9c241aca14b23"/>
          <a:stretch xmlns:a="http://schemas.openxmlformats.org/drawingml/2006/main"/>
        </p:blipFill>
        <p:spPr>
          <a:xfrm xmlns:a="http://schemas.openxmlformats.org/drawingml/2006/main">
            <a:off x="9667875" y="344115"/>
            <a:ext cx="1857375" cy="4738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AC169-C092-4351-8D1A-7F2DA0A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162050"/>
            <a:ext cx="10153650" cy="55245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025bf351f43ca"/>
          <a:stretch xmlns:a="http://schemas.openxmlformats.org/drawingml/2006/main"/>
        </p:blipFill>
        <p:spPr>
          <a:xfrm xmlns:a="http://schemas.openxmlformats.org/drawingml/2006/main">
            <a:off x="1095375" y="1239377"/>
            <a:ext cx="10001250" cy="5369847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BA91F-A040-4D32-BFE3-D8C01A32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933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1717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9C3B4-143D-4272-9812-FDEE06F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Precio regular, precio especial, existencia y vigencia en una sola revisión.</a:t>
            </a:r>
          </a:p>
        </p:txBody>
      </p:sp>
    </p:spTree>
    <p:extLst>
      <p:ext uri="{BB962C8B-B14F-4D97-AF65-F5344CB8AC3E}">
        <p14:creationId xmlns:p14="http://schemas.microsoft.com/office/powerpoint/2010/main" val="1800951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3ED4CE7-A93F-49BB-8387-B039E28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promoción comunica el ahorro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EFFA0-CFCA-4C43-B0AB-FF68D7D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CCEB-3486-4383-9124-F8FEC9CD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fa70cf4df445a"/>
          <a:stretch xmlns:a="http://schemas.openxmlformats.org/drawingml/2006/main"/>
        </p:blipFill>
        <p:spPr>
          <a:xfrm xmlns:a="http://schemas.openxmlformats.org/drawingml/2006/main">
            <a:off x="9667875" y="344115"/>
            <a:ext cx="1857375" cy="4738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E4FC6-8C56-4EA5-9202-129CCCCF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nuevo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2744-7ACE-4172-816E-F8DCCCBD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Ahorro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53AE1-60CE-402A-BCB1-DAC2A4E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anterior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DAE87-0CB9-4846-9274-E519E827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 y condiciones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841EA-3B73-4104-906E-C3E8CD5E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74AA5-9713-4DBC-9F2B-48E40AF1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El formato destaca la promoción sin perder la información operativa.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0A5D2-AD39-4DB3-814F-592465A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162050"/>
            <a:ext cx="6343650" cy="4772025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20e831baf488c"/>
          <a:stretch xmlns:a="http://schemas.openxmlformats.org/drawingml/2006/main"/>
        </p:blipFill>
        <p:spPr>
          <a:xfrm xmlns:a="http://schemas.openxmlformats.org/drawingml/2006/main">
            <a:off x="5095875" y="1246533"/>
            <a:ext cx="6191250" cy="4603060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C207E-F19A-4262-B162-30286EC3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531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Ejemplo de demostración</a:t>
            </a:r>
          </a:p>
        </p:txBody>
      </p:sp>
    </p:spTree>
    <p:extLst>
      <p:ext uri="{BB962C8B-B14F-4D97-AF65-F5344CB8AC3E}">
        <p14:creationId xmlns:p14="http://schemas.microsoft.com/office/powerpoint/2010/main" val="2123052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945BF-0E7E-44E3-8A88-F4CF8096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43fa82aff4401"/>
          <a:stretch xmlns:a="http://schemas.openxmlformats.org/drawingml/2006/main"/>
        </p:blipFill>
        <p:spPr>
          <a:xfrm xmlns:a="http://schemas.openxmlformats.org/drawingml/2006/main">
            <a:off x="759333" y="609600"/>
            <a:ext cx="2538984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06C7C-4077-4530-8FB8-E45F9D64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 flujo claro de principio a fin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9A5FD-A290-4D2E-AF1E-BE67D1D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BUSCA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9ECF4-41A4-42A6-8A4A-AB897FC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REVISA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1FC93-9508-4B4F-BB48-77A24C1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SELECCIONA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D7024-82BA-4CAA-BB1C-4A86D7B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IMPRIME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BD320-2954-4989-8B96-49193EE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2A465-B851-4919-945C-10D7AD2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933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Etiquetador 80 mm centraliza la consulta, la validación visual y la salida de etiquetas para la operación diaria.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90179-2E65-4F10-8BE5-E77B45C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</p:spTree>
    <p:extLst>
      <p:ext uri="{BB962C8B-B14F-4D97-AF65-F5344CB8AC3E}">
        <p14:creationId xmlns:p14="http://schemas.microsoft.com/office/powerpoint/2010/main" val="1377179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2026-07-31T13:42:42.8240000Z</dcterms:created>
  <dcterms:modified xsi:type="dcterms:W3CDTF">2026-07-31T13:42:42.8240000Z</dcterms:modified>
</coreProperties>
</file>